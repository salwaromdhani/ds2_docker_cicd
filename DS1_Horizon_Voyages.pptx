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111840"/>
          </a:solidFill>
          <a:ln w="12700">
            <a:solidFill>
              <a:srgbClr val="1118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97280"/>
            <a:ext cx="54864" cy="2743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ESPRIT SCHOOL OF BUSINESS — DS1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Projet Git / GitHub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1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collaboratif d'un mini-site web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gestion de versions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3840480"/>
            <a:ext cx="2560320" cy="502920"/>
          </a:xfrm>
          <a:prstGeom prst="rect">
            <a:avLst>
              <a:gd name="adj" fmla="val 9091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840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Horizon Voyages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Mahjoub Mohamed Anis   ·   Ksouri Mohamed Aziz   ·   Hassan Ahmed Mohamed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0" y="4663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PRÉSENTATION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457200" cy="96012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3716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du projet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783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Thème, objectifs et équipe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46320" y="128016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80160"/>
            <a:ext cx="457200" cy="96012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280160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94960" y="13716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du travail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94960" y="1783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des tâches et branches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468880"/>
            <a:ext cx="457200" cy="96012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68880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5603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Git utilisé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971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de branches et commits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246888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468880"/>
            <a:ext cx="457200" cy="96012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468880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94960" y="25603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conflits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2971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et résolution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657600"/>
            <a:ext cx="457200" cy="96012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657600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37490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GitHub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4160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Dépôt, Issues, Pull Requests, Project Board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365760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657600"/>
            <a:ext cx="457200" cy="96012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657600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94960" y="37490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94960" y="4160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web et historique Git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DU PROJET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3657600"/>
          </a:xfrm>
          <a:prstGeom prst="rect">
            <a:avLst/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Horizon Voyages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 de voyage fictive premium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86000"/>
            <a:ext cx="16459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2585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pages HTML statiques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788920"/>
            <a:ext cx="16459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614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avec animations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291840"/>
            <a:ext cx="16459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2644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interactif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794760"/>
            <a:ext cx="16459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7673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: Navy &amp; Gold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143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Objectifs pédagogiques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1691640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166420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Maîtriser Git (commandes essentielles et avancées)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313432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228600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GitHub de façon professionnelle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935224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2907792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les bonnes pratiques de gestion de code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3557016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3529584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Travailler en équipe avec un workflow structuré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4178808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4151376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conflits de fusion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4572000"/>
            <a:ext cx="3931920" cy="411480"/>
          </a:xfrm>
          <a:prstGeom prst="rect">
            <a:avLst/>
          </a:prstGeom>
          <a:solidFill>
            <a:srgbClr val="FFF8E7"/>
          </a:solidFill>
          <a:ln w="12700">
            <a:solidFill>
              <a:srgbClr val="E8C9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4572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L'objectif principal : maîtrise Git/GitHub, pas la complexité du site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DU TRAVAIL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777240"/>
          </a:xfrm>
          <a:prstGeom prst="rect">
            <a:avLst/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Mahjoub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Mohamed Anis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de projet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: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2286000" cy="256032"/>
          </a:xfrm>
          <a:prstGeom prst="rect">
            <a:avLst/>
          </a:prstGeom>
          <a:solidFill>
            <a:srgbClr val="E8ECF4"/>
          </a:solidFill>
          <a:ln w="12700">
            <a:solidFill>
              <a:srgbClr val="D1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743200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F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feature-homepage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40080" y="3090672"/>
            <a:ext cx="2286000" cy="256032"/>
          </a:xfrm>
          <a:prstGeom prst="rect">
            <a:avLst/>
          </a:prstGeom>
          <a:solidFill>
            <a:srgbClr val="E8ECF4"/>
          </a:solidFill>
          <a:ln w="12700">
            <a:solidFill>
              <a:srgbClr val="D1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090672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F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feature-navbar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0080" y="3749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Page d'accueil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" y="40050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Navbar responsive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0080" y="426110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README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91840" y="118872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1188720"/>
            <a:ext cx="2651760" cy="777240"/>
          </a:xfrm>
          <a:prstGeom prst="rect">
            <a:avLst/>
          </a:prstGeom>
          <a:solidFill>
            <a:srgbClr val="111840"/>
          </a:solidFill>
          <a:ln w="12700">
            <a:solidFill>
              <a:srgbClr val="1118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12344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Ksouri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Mohamed Aziz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 Frontend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74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: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0" y="2743200"/>
            <a:ext cx="2286000" cy="256032"/>
          </a:xfrm>
          <a:prstGeom prst="rect">
            <a:avLst/>
          </a:prstGeom>
          <a:solidFill>
            <a:srgbClr val="E8ECF4"/>
          </a:solidFill>
          <a:ln w="12700">
            <a:solidFill>
              <a:srgbClr val="D1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93008" y="2743200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F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feature-destinations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474720" y="3090672"/>
            <a:ext cx="2286000" cy="256032"/>
          </a:xfrm>
          <a:prstGeom prst="rect">
            <a:avLst/>
          </a:prstGeom>
          <a:solidFill>
            <a:srgbClr val="E8ECF4"/>
          </a:solidFill>
          <a:ln w="12700">
            <a:solidFill>
              <a:srgbClr val="D1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3090672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F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feature-responsive-design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4747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: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4720" y="3749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Page destinations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0" y="40050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Filtres JS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74720" y="426110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Responsive CSS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26480" y="118872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1188720"/>
            <a:ext cx="2651760" cy="77724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12344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Hassan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Ahmed Mohamed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17920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 UI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0936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: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309360" y="2743200"/>
            <a:ext cx="2286000" cy="256032"/>
          </a:xfrm>
          <a:prstGeom prst="rect">
            <a:avLst/>
          </a:prstGeom>
          <a:solidFill>
            <a:srgbClr val="E8ECF4"/>
          </a:solidFill>
          <a:ln w="12700">
            <a:solidFill>
              <a:srgbClr val="D1D5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27648" y="2743200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F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feature-contact-page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309360" y="3090672"/>
            <a:ext cx="2286000" cy="256032"/>
          </a:xfrm>
          <a:prstGeom prst="rect">
            <a:avLst/>
          </a:prstGeom>
          <a:solidFill>
            <a:srgbClr val="E8ECF4"/>
          </a:solidFill>
          <a:ln w="12700">
            <a:solidFill>
              <a:srgbClr val="D1D5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27648" y="3090672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0F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feature-footer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30936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: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309360" y="3749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Page contact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309360" y="40050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Footer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309360" y="426110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Formulaire JS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GIT — STRATÉGIE DE BRANCHES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645920" cy="4572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8013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stable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103120" y="1508760"/>
            <a:ext cx="73152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834640" y="1280160"/>
            <a:ext cx="1645920" cy="45720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1280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34640" y="18013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480560" y="1508760"/>
            <a:ext cx="457200" cy="-137160"/>
          </a:xfrm>
          <a:prstGeom prst="line">
            <a:avLst/>
          </a:prstGeom>
          <a:noFill/>
          <a:ln w="12700">
            <a:solidFill>
              <a:srgbClr val="D1D5E0"/>
            </a:solidFill>
            <a:prstDash val="dot"/>
          </a:ln>
        </p:spPr>
      </p:sp>
      <p:sp>
        <p:nvSpPr>
          <p:cNvPr id="12" name="Shape 10"/>
          <p:cNvSpPr/>
          <p:nvPr/>
        </p:nvSpPr>
        <p:spPr>
          <a:xfrm>
            <a:off x="4937760" y="1143000"/>
            <a:ext cx="1828800" cy="457200"/>
          </a:xfrm>
          <a:prstGeom prst="rect">
            <a:avLst/>
          </a:prstGeom>
          <a:solidFill>
            <a:srgbClr val="1A2456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143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C9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feature-homepage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480560" y="1508760"/>
            <a:ext cx="2514600" cy="-137160"/>
          </a:xfrm>
          <a:prstGeom prst="line">
            <a:avLst/>
          </a:prstGeom>
          <a:noFill/>
          <a:ln w="12700">
            <a:solidFill>
              <a:srgbClr val="D1D5E0"/>
            </a:solidFill>
            <a:prstDash val="dot"/>
          </a:ln>
        </p:spPr>
      </p:sp>
      <p:sp>
        <p:nvSpPr>
          <p:cNvPr id="15" name="Shape 13"/>
          <p:cNvSpPr/>
          <p:nvPr/>
        </p:nvSpPr>
        <p:spPr>
          <a:xfrm>
            <a:off x="6995160" y="1143000"/>
            <a:ext cx="1828800" cy="457200"/>
          </a:xfrm>
          <a:prstGeom prst="rect">
            <a:avLst/>
          </a:prstGeom>
          <a:solidFill>
            <a:srgbClr val="1A2456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1143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C9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feature-navbar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480560" y="1508760"/>
            <a:ext cx="457200" cy="868680"/>
          </a:xfrm>
          <a:prstGeom prst="line">
            <a:avLst/>
          </a:prstGeom>
          <a:noFill/>
          <a:ln w="12700">
            <a:solidFill>
              <a:srgbClr val="D1D5E0"/>
            </a:solidFill>
            <a:prstDash val="dot"/>
          </a:ln>
        </p:spPr>
      </p:sp>
      <p:sp>
        <p:nvSpPr>
          <p:cNvPr id="18" name="Shape 16"/>
          <p:cNvSpPr/>
          <p:nvPr/>
        </p:nvSpPr>
        <p:spPr>
          <a:xfrm>
            <a:off x="4937760" y="2148840"/>
            <a:ext cx="1828800" cy="457200"/>
          </a:xfrm>
          <a:prstGeom prst="rect">
            <a:avLst/>
          </a:prstGeom>
          <a:solidFill>
            <a:srgbClr val="1A2456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148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C9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feature-destinations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480560" y="1508760"/>
            <a:ext cx="2514600" cy="868680"/>
          </a:xfrm>
          <a:prstGeom prst="line">
            <a:avLst/>
          </a:prstGeom>
          <a:noFill/>
          <a:ln w="12700">
            <a:solidFill>
              <a:srgbClr val="D1D5E0"/>
            </a:solidFill>
            <a:prstDash val="dot"/>
          </a:ln>
        </p:spPr>
      </p:sp>
      <p:sp>
        <p:nvSpPr>
          <p:cNvPr id="21" name="Shape 19"/>
          <p:cNvSpPr/>
          <p:nvPr/>
        </p:nvSpPr>
        <p:spPr>
          <a:xfrm>
            <a:off x="6995160" y="2148840"/>
            <a:ext cx="1828800" cy="457200"/>
          </a:xfrm>
          <a:prstGeom prst="rect">
            <a:avLst/>
          </a:prstGeom>
          <a:solidFill>
            <a:srgbClr val="1A2456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2148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C9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feature-contact-page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480560" y="1508760"/>
            <a:ext cx="457200" cy="1874520"/>
          </a:xfrm>
          <a:prstGeom prst="line">
            <a:avLst/>
          </a:prstGeom>
          <a:noFill/>
          <a:ln w="12700">
            <a:solidFill>
              <a:srgbClr val="D1D5E0"/>
            </a:solidFill>
            <a:prstDash val="dot"/>
          </a:ln>
        </p:spPr>
      </p:sp>
      <p:sp>
        <p:nvSpPr>
          <p:cNvPr id="24" name="Shape 22"/>
          <p:cNvSpPr/>
          <p:nvPr/>
        </p:nvSpPr>
        <p:spPr>
          <a:xfrm>
            <a:off x="4937760" y="3154680"/>
            <a:ext cx="1828800" cy="457200"/>
          </a:xfrm>
          <a:prstGeom prst="rect">
            <a:avLst/>
          </a:prstGeom>
          <a:solidFill>
            <a:srgbClr val="1A2456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3154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C9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feature-footer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480560" y="1508760"/>
            <a:ext cx="2514600" cy="1874520"/>
          </a:xfrm>
          <a:prstGeom prst="line">
            <a:avLst/>
          </a:prstGeom>
          <a:noFill/>
          <a:ln w="12700">
            <a:solidFill>
              <a:srgbClr val="D1D5E0"/>
            </a:solidFill>
            <a:prstDash val="dot"/>
          </a:ln>
        </p:spPr>
      </p:sp>
      <p:sp>
        <p:nvSpPr>
          <p:cNvPr id="27" name="Shape 25"/>
          <p:cNvSpPr/>
          <p:nvPr/>
        </p:nvSpPr>
        <p:spPr>
          <a:xfrm>
            <a:off x="6995160" y="3154680"/>
            <a:ext cx="1828800" cy="457200"/>
          </a:xfrm>
          <a:prstGeom prst="rect">
            <a:avLst/>
          </a:prstGeom>
          <a:solidFill>
            <a:srgbClr val="1A2456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3154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C9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feature-responsive-design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57200" y="4069080"/>
            <a:ext cx="8229600" cy="822960"/>
          </a:xfrm>
          <a:prstGeom prst="rect">
            <a:avLst/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0965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de commits 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468880" y="411480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 add homepage hero    fix: correct CSS bug    update: improve layout    docs: update README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840"/>
          </a:solidFill>
          <a:ln w="12700">
            <a:solidFill>
              <a:srgbClr val="1118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GIT UTILISÉES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01168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&amp; Clone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444752"/>
            <a:ext cx="2011680" cy="1920240"/>
          </a:xfrm>
          <a:prstGeom prst="rect">
            <a:avLst/>
          </a:prstGeom>
          <a:solidFill>
            <a:srgbClr val="0D1235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361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1762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&lt;url&gt;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8163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user.name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1097280"/>
            <a:ext cx="201168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0972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1444752"/>
            <a:ext cx="2011680" cy="2560320"/>
          </a:xfrm>
          <a:prstGeom prst="rect">
            <a:avLst/>
          </a:prstGeom>
          <a:solidFill>
            <a:srgbClr val="0D1235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5361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60320" y="21762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&lt;branch&gt;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60320" y="28163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develop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60320" y="34564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-d &lt;branch&gt;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1097280"/>
            <a:ext cx="201168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0972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1444752"/>
            <a:ext cx="2011680" cy="2560320"/>
          </a:xfrm>
          <a:prstGeom prst="rect">
            <a:avLst/>
          </a:prstGeom>
          <a:solidFill>
            <a:srgbClr val="0D1235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5361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09160" y="21762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09160" y="28163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'msg'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09160" y="34564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66560" y="1097280"/>
            <a:ext cx="201168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10972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66560" y="1444752"/>
            <a:ext cx="2011680" cy="2560320"/>
          </a:xfrm>
          <a:prstGeom prst="rect">
            <a:avLst/>
          </a:prstGeom>
          <a:solidFill>
            <a:srgbClr val="0D1235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15361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origin develop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58000" y="21762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&lt;branch&gt;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58000" y="28163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fetch --all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0" y="34564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develop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4343400"/>
            <a:ext cx="8503920" cy="548640"/>
          </a:xfrm>
          <a:prstGeom prst="rect">
            <a:avLst/>
          </a:prstGeom>
          <a:solidFill>
            <a:srgbClr val="1A2456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C9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⭐ BONUS — git rebase develop  →  Rejoue les commits de la branche sur la pointe de develop pour un historique linéaire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&amp; GITHUB ISSUES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41148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801368"/>
            <a:ext cx="164592" cy="1645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190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claire des modifications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167128"/>
            <a:ext cx="4023360" cy="384048"/>
          </a:xfrm>
          <a:prstGeom prst="rect">
            <a:avLst/>
          </a:prstGeom>
          <a:solidFill>
            <a:srgbClr val="F0F4FF"/>
          </a:solidFill>
          <a:ln w="12700">
            <a:solidFill>
              <a:srgbClr val="D1D5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276856"/>
            <a:ext cx="164592" cy="1645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945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moins 1 reviewer par PR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642616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752344"/>
            <a:ext cx="164592" cy="1645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6700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dans les commentaires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118104"/>
            <a:ext cx="4023360" cy="384048"/>
          </a:xfrm>
          <a:prstGeom prst="rect">
            <a:avLst/>
          </a:prstGeom>
          <a:solidFill>
            <a:srgbClr val="F0F4FF"/>
          </a:solidFill>
          <a:ln w="12700">
            <a:solidFill>
              <a:srgbClr val="D1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227832"/>
            <a:ext cx="164592" cy="1645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14553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avant merge dans develop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593592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703320"/>
            <a:ext cx="164592" cy="1645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6210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étudiant : min. 2 PR créées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4069080"/>
            <a:ext cx="4023360" cy="384048"/>
          </a:xfrm>
          <a:prstGeom prst="rect">
            <a:avLst/>
          </a:prstGeom>
          <a:solidFill>
            <a:srgbClr val="F0F4FF"/>
          </a:solidFill>
          <a:ln w="12700">
            <a:solidFill>
              <a:srgbClr val="D1D5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178808"/>
            <a:ext cx="164592" cy="1645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0965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étudiant : min. 2 PR commentées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1188720"/>
            <a:ext cx="4023360" cy="41148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1887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Issues (9 créées)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1691640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1755648"/>
            <a:ext cx="640080" cy="201168"/>
          </a:xfrm>
          <a:prstGeom prst="rect">
            <a:avLst/>
          </a:prstGeom>
          <a:solidFill>
            <a:srgbClr val="0E8A16"/>
          </a:solidFill>
          <a:ln w="12700">
            <a:solidFill>
              <a:srgbClr val="0E8A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175564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5440680" y="171907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#1-3 — Homepage, Navbar, Destinations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2167128"/>
            <a:ext cx="4023360" cy="384048"/>
          </a:xfrm>
          <a:prstGeom prst="rect">
            <a:avLst/>
          </a:prstGeom>
          <a:solidFill>
            <a:srgbClr val="F0FFF4"/>
          </a:solidFill>
          <a:ln w="12700">
            <a:solidFill>
              <a:srgbClr val="D1D5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2231136"/>
            <a:ext cx="640080" cy="201168"/>
          </a:xfrm>
          <a:prstGeom prst="rect">
            <a:avLst/>
          </a:prstGeom>
          <a:solidFill>
            <a:srgbClr val="0E8A16"/>
          </a:solidFill>
          <a:ln w="12700">
            <a:solidFill>
              <a:srgbClr val="0E8A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23113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5440680" y="219456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#4-5 — Responsive, Contact page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2642616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2706624"/>
            <a:ext cx="640080" cy="201168"/>
          </a:xfrm>
          <a:prstGeom prst="rect">
            <a:avLst/>
          </a:prstGeom>
          <a:solidFill>
            <a:srgbClr val="0E8A16"/>
          </a:solidFill>
          <a:ln w="12700">
            <a:solidFill>
              <a:srgbClr val="0E8A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270662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5440680" y="267004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#6-7 — Footer, Formulaire JS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3118104"/>
            <a:ext cx="4023360" cy="384048"/>
          </a:xfrm>
          <a:prstGeom prst="rect">
            <a:avLst/>
          </a:prstGeom>
          <a:solidFill>
            <a:srgbClr val="F0FFF4"/>
          </a:solidFill>
          <a:ln w="12700">
            <a:solidFill>
              <a:srgbClr val="D1D5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3182112"/>
            <a:ext cx="640080" cy="201168"/>
          </a:xfrm>
          <a:prstGeom prst="rect">
            <a:avLst/>
          </a:prstGeom>
          <a:solidFill>
            <a:srgbClr val="0075CA"/>
          </a:solidFill>
          <a:ln w="12700">
            <a:solidFill>
              <a:srgbClr val="0075C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318211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5440680" y="314553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 — README complet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63440" y="3593592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09160" y="3657600"/>
            <a:ext cx="640080" cy="201168"/>
          </a:xfrm>
          <a:prstGeom prst="rect">
            <a:avLst/>
          </a:prstGeom>
          <a:solidFill>
            <a:srgbClr val="D73A49"/>
          </a:solidFill>
          <a:ln w="12700">
            <a:solidFill>
              <a:srgbClr val="D73A4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365760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5440680" y="362102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 — Conflit CSS footer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CONFLITS GIT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02920" cy="502920"/>
          </a:xfrm>
          <a:prstGeom prst="rect">
            <a:avLst/>
          </a:prstGeom>
          <a:solidFill>
            <a:srgbClr val="D73A49"/>
          </a:solidFill>
          <a:ln w="12700">
            <a:solidFill>
              <a:srgbClr val="D73A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1430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Cause du conflit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membres ont modifié le même bloc .footer { background } dans css/style.css sur des branches différentes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(feature-footer et feature-responsive-design) avant de merger dans develop.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502920" cy="50292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1031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Marqueurs de conflit Git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05840" y="2423160"/>
            <a:ext cx="6858000" cy="1143000"/>
          </a:xfrm>
          <a:prstGeom prst="rect">
            <a:avLst/>
          </a:prstGeom>
          <a:solidFill>
            <a:srgbClr val="0D1235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468880"/>
            <a:ext cx="6675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&lt;&lt;&lt;&lt;&lt;&lt;&lt; HEAD (feature-footer)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.footer { background: #0a0f2c;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.footer { background: #111840;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&gt;&gt;&gt;&gt;&gt;&gt;&gt; feature-responsive-design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502920" cy="50292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6576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Résolution — Concertation entre membres + choix de #0a0f2c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05840" y="4005072"/>
            <a:ext cx="6858000" cy="365760"/>
          </a:xfrm>
          <a:prstGeom prst="rect">
            <a:avLst/>
          </a:prstGeom>
          <a:solidFill>
            <a:srgbClr val="0D1235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02336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css/style.css   →   git commit -m "fix: resolve merge conflict in footer background"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005840" y="4480560"/>
            <a:ext cx="6858000" cy="36576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48056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Conflit résolu avec succès — documenté dans le README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PROJECT BOARD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011680" cy="411480"/>
          </a:xfrm>
          <a:prstGeom prst="rect">
            <a:avLst/>
          </a:prstGeom>
          <a:solidFill>
            <a:srgbClr val="586069"/>
          </a:solidFill>
          <a:ln w="12700">
            <a:solidFill>
              <a:srgbClr val="5860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88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737360"/>
            <a:ext cx="2011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737360"/>
            <a:ext cx="54864" cy="685800"/>
          </a:xfrm>
          <a:prstGeom prst="rect">
            <a:avLst/>
          </a:prstGeom>
          <a:solidFill>
            <a:srgbClr val="586069"/>
          </a:solidFill>
          <a:ln w="12700">
            <a:solidFill>
              <a:srgbClr val="5860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830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la structure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578608"/>
            <a:ext cx="2011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578608"/>
            <a:ext cx="54864" cy="685800"/>
          </a:xfrm>
          <a:prstGeom prst="rect">
            <a:avLst/>
          </a:prstGeom>
          <a:solidFill>
            <a:srgbClr val="586069"/>
          </a:solidFill>
          <a:ln w="12700">
            <a:solidFill>
              <a:srgbClr val="5860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2432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Configurer README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3419856"/>
            <a:ext cx="2011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419856"/>
            <a:ext cx="54864" cy="685800"/>
          </a:xfrm>
          <a:prstGeom prst="rect">
            <a:avLst/>
          </a:prstGeom>
          <a:solidFill>
            <a:srgbClr val="586069"/>
          </a:solidFill>
          <a:ln w="12700">
            <a:solidFill>
              <a:srgbClr val="5860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65576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Issues &amp; Labels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68880" y="1188720"/>
            <a:ext cx="2011680" cy="411480"/>
          </a:xfrm>
          <a:prstGeom prst="rect">
            <a:avLst/>
          </a:prstGeom>
          <a:solidFill>
            <a:srgbClr val="0075CA"/>
          </a:solidFill>
          <a:ln w="12700">
            <a:solidFill>
              <a:srgbClr val="0075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1188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68880" y="1737360"/>
            <a:ext cx="2011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68880" y="1737360"/>
            <a:ext cx="54864" cy="685800"/>
          </a:xfrm>
          <a:prstGeom prst="rect">
            <a:avLst/>
          </a:prstGeom>
          <a:solidFill>
            <a:srgbClr val="0075CA"/>
          </a:solidFill>
          <a:ln w="12700">
            <a:solidFill>
              <a:srgbClr val="0075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17830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feature-homepage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68880" y="2578608"/>
            <a:ext cx="2011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68880" y="2578608"/>
            <a:ext cx="54864" cy="685800"/>
          </a:xfrm>
          <a:prstGeom prst="rect">
            <a:avLst/>
          </a:prstGeom>
          <a:solidFill>
            <a:srgbClr val="0075CA"/>
          </a:solidFill>
          <a:ln w="12700">
            <a:solidFill>
              <a:srgbClr val="0075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06040" y="262432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feature-destinations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68880" y="3419856"/>
            <a:ext cx="2011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468880" y="3419856"/>
            <a:ext cx="54864" cy="685800"/>
          </a:xfrm>
          <a:prstGeom prst="rect">
            <a:avLst/>
          </a:prstGeom>
          <a:solidFill>
            <a:srgbClr val="0075CA"/>
          </a:solidFill>
          <a:ln w="12700">
            <a:solidFill>
              <a:srgbClr val="0075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06040" y="3465576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feature-responsive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1188720"/>
            <a:ext cx="2011680" cy="41148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1188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17720" y="1737360"/>
            <a:ext cx="2011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720" y="1737360"/>
            <a:ext cx="54864" cy="6858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7830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#1 — Homepage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17720" y="2578608"/>
            <a:ext cx="2011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17720" y="2578608"/>
            <a:ext cx="54864" cy="6858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62432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#2 — Navbar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17720" y="3419856"/>
            <a:ext cx="2011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17720" y="3419856"/>
            <a:ext cx="54864" cy="6858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465576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#3 — Footer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766560" y="1188720"/>
            <a:ext cx="2011680" cy="41148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66560" y="1188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✅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766560" y="1737360"/>
            <a:ext cx="2011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766560" y="1737360"/>
            <a:ext cx="54864" cy="68580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03720" y="17830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repo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66560" y="2578608"/>
            <a:ext cx="2011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766560" y="2578608"/>
            <a:ext cx="54864" cy="68580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03720" y="262432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Inviter membres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766560" y="3419856"/>
            <a:ext cx="2011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766560" y="3419856"/>
            <a:ext cx="54864" cy="68580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03720" y="3465576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Configurer branches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tâches sont trackées via ce tableau de bord. Chaque issue est liée à une carte.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DU DÉPÔT GITHUB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502920"/>
          </a:xfrm>
          <a:prstGeom prst="rect">
            <a:avLst/>
          </a:prstGeom>
          <a:solidFill>
            <a:srgbClr val="F6F8FA"/>
          </a:solidFill>
          <a:ln w="12700">
            <a:solidFill>
              <a:srgbClr val="D1D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292608" cy="292608"/>
          </a:xfrm>
          <a:prstGeom prst="ellipse">
            <a:avLst/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16128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votre-username / horizon-voyages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0" y="11612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Private  |  ⭐ 3  |  👥 3 collaborators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4114800" cy="3017520"/>
          </a:xfrm>
          <a:prstGeom prst="rect">
            <a:avLst/>
          </a:prstGeom>
          <a:solidFill>
            <a:srgbClr val="F6F8FA"/>
          </a:solidFill>
          <a:ln w="12700">
            <a:solidFill>
              <a:srgbClr val="D1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288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F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html/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index.html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223113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destinations.html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243230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contact.html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263347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F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css/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" y="28346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style.css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303580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animations.css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323697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F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js/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" y="343814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main.js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2920" y="363931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filter.js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2920" y="38404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contact.js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2920" y="40416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README.md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63440" y="1737360"/>
            <a:ext cx="4114800" cy="1325880"/>
          </a:xfrm>
          <a:prstGeom prst="rect">
            <a:avLst/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8013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du dépôt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21762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754880" y="249631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1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675120" y="21762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675120" y="249631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1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754880" y="277063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6+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754880" y="309067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1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675120" y="277063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675120" y="309067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1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663440" y="3200400"/>
            <a:ext cx="4114800" cy="155448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2735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rendu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639312"/>
            <a:ext cx="201168" cy="201168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6393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47488" y="36393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web fonctionnel (3 pages)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54880" y="3931920"/>
            <a:ext cx="201168" cy="201168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9319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047488" y="39319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Git propre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54880" y="4224528"/>
            <a:ext cx="201168" cy="201168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42245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047488" y="422452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correctement utilisées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54880" y="4517136"/>
            <a:ext cx="201168" cy="201168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45171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47488" y="45171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validées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54880" y="4809744"/>
            <a:ext cx="201168" cy="201168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480974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047488" y="48097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complet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APERÇU DU SITE WEB — HORIZON VOYAGES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560320" cy="1645920"/>
          </a:xfrm>
          <a:prstGeom prst="rect">
            <a:avLst/>
          </a:prstGeom>
          <a:solidFill>
            <a:srgbClr val="1A2456"/>
          </a:solidFill>
          <a:ln w="12700">
            <a:solidFill>
              <a:srgbClr val="0A0F2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5603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Horizon Voyages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Explorez le Monde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Votre Façon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1005840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860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Découvrir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65760" y="29077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d'accueil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2560320" cy="1645920"/>
          </a:xfrm>
          <a:prstGeom prst="rect">
            <a:avLst/>
          </a:prstGeom>
          <a:solidFill>
            <a:srgbClr val="023E8A"/>
          </a:solidFill>
          <a:ln w="12700">
            <a:solidFill>
              <a:srgbClr val="0A0F2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188720"/>
            <a:ext cx="25603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298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Destinations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83280" y="1664208"/>
            <a:ext cx="1051560" cy="411480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664208"/>
            <a:ext cx="1051560" cy="411480"/>
          </a:xfrm>
          <a:prstGeom prst="rect">
            <a:avLst/>
          </a:prstGeom>
          <a:solidFill>
            <a:srgbClr val="2E405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2194560"/>
            <a:ext cx="1051560" cy="411480"/>
          </a:xfrm>
          <a:prstGeom prst="rect">
            <a:avLst/>
          </a:prstGeom>
          <a:solidFill>
            <a:srgbClr val="1B433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2194560"/>
            <a:ext cx="1051560" cy="411480"/>
          </a:xfrm>
          <a:prstGeom prst="rect">
            <a:avLst/>
          </a:prstGeom>
          <a:solidFill>
            <a:srgbClr val="7B2D8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276148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Japon  ·  Bali  ·  Grèce  ·  Maroc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291840" y="29077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destinations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17920" y="118872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188720"/>
            <a:ext cx="25603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298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Contactez-nous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1664208"/>
            <a:ext cx="2286000" cy="22860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1682496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complet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309360" y="1984248"/>
            <a:ext cx="2286000" cy="22860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7648" y="2002536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309360" y="2304288"/>
            <a:ext cx="2286000" cy="22860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27648" y="2322576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309360" y="2624328"/>
            <a:ext cx="2286000" cy="22860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27648" y="2642616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217920" y="29077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contact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3291840"/>
            <a:ext cx="8412480" cy="1554480"/>
          </a:xfrm>
          <a:prstGeom prst="rect">
            <a:avLst/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36499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utilisées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3749040"/>
            <a:ext cx="1508760" cy="868680"/>
          </a:xfrm>
          <a:prstGeom prst="rect">
            <a:avLst/>
          </a:prstGeom>
          <a:solidFill>
            <a:srgbClr val="1A2456"/>
          </a:solidFill>
          <a:ln w="12700">
            <a:solidFill>
              <a:srgbClr val="1118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7947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40690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1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sémantique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1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pages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167128" y="3749040"/>
            <a:ext cx="1508760" cy="868680"/>
          </a:xfrm>
          <a:prstGeom prst="rect">
            <a:avLst/>
          </a:prstGeom>
          <a:solidFill>
            <a:srgbClr val="1A2456"/>
          </a:solidFill>
          <a:ln w="12700">
            <a:solidFill>
              <a:srgbClr val="1118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67128" y="37947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167128" y="40690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1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Flexbox, Grid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1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CSS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831336" y="3749040"/>
            <a:ext cx="1508760" cy="868680"/>
          </a:xfrm>
          <a:prstGeom prst="rect">
            <a:avLst/>
          </a:prstGeom>
          <a:solidFill>
            <a:srgbClr val="1A2456"/>
          </a:solidFill>
          <a:ln w="12700">
            <a:solidFill>
              <a:srgbClr val="1118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31336" y="37947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831336" y="40690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1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DOM, Events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1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IntersectionObserver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495544" y="3749040"/>
            <a:ext cx="1508760" cy="868680"/>
          </a:xfrm>
          <a:prstGeom prst="rect">
            <a:avLst/>
          </a:prstGeom>
          <a:solidFill>
            <a:srgbClr val="1A2456"/>
          </a:solidFill>
          <a:ln w="12700">
            <a:solidFill>
              <a:srgbClr val="1118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95544" y="37947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95544" y="40690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1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Playfair Display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1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Sans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7159752" y="3749040"/>
            <a:ext cx="1508760" cy="868680"/>
          </a:xfrm>
          <a:prstGeom prst="rect">
            <a:avLst/>
          </a:prstGeom>
          <a:solidFill>
            <a:srgbClr val="1A2456"/>
          </a:solidFill>
          <a:ln w="12700">
            <a:solidFill>
              <a:srgbClr val="11184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59752" y="37947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Git/GitHub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159752" y="40690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1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workflow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1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collaboratif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111840"/>
          </a:solidFill>
          <a:ln w="12700">
            <a:solidFill>
              <a:srgbClr val="1118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97280"/>
            <a:ext cx="54864" cy="2926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pour votre attention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projet nous a permis de maîtriser Git/GitHub en conditions réelles,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d'appliquer un workflow collaboratif professionnel, et de gérer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conflits de code comme le font les équipes en entreprise.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3611880"/>
            <a:ext cx="201168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35935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workflow maîtrisé (branches, PR, merge)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77240" y="3931920"/>
            <a:ext cx="201168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39136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web livré avec 3 pages fonctionnelles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77240" y="4251960"/>
            <a:ext cx="201168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42336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&amp; documentation complets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77240" y="4572000"/>
            <a:ext cx="201168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455371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conflits documentée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Mahjoub Mohamed Anis  ·  Ksouri Mohamed Aziz  ·  Hassan Ahmed Mohamed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D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DS1 — Esprit School of Business — 2025/2026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DS1 — Projet Git/GitHub — Horizon Voyages</dc:title>
  <dc:subject>PptxGenJS Presentation</dc:subject>
  <dc:creator>PptxGenJS</dc:creator>
  <cp:lastModifiedBy>PptxGenJS</cp:lastModifiedBy>
  <cp:revision>1</cp:revision>
  <dcterms:created xsi:type="dcterms:W3CDTF">2026-03-27T21:46:50Z</dcterms:created>
  <dcterms:modified xsi:type="dcterms:W3CDTF">2026-03-27T21:46:50Z</dcterms:modified>
</cp:coreProperties>
</file>